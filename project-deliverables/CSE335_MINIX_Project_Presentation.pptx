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7d2483863a4b87" /><Relationship Type="http://schemas.openxmlformats.org/officeDocument/2006/relationships/extended-properties" Target="/docProps/app.xml" Id="Rfb467b6e5e6d4417" /><Relationship Type="http://schemas.openxmlformats.org/officeDocument/2006/relationships/officeDocument" Target="/ppt/presentation.xml" Id="Rdfedf2a788f54e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3992d18522454c"/>
  </p:sldMasterIdLst>
  <p:notesMasterIdLst>
    <p:notesMasterId xmlns:r="http://schemas.openxmlformats.org/officeDocument/2006/relationships" r:id="R78eac08aaffc4161"/>
  </p:notesMasterIdLst>
  <p:sldIdLst>
    <p:sldId xmlns:r="http://schemas.openxmlformats.org/officeDocument/2006/relationships" id="256" r:id="R36f5fbacfe4a4a46"/>
    <p:sldId xmlns:r="http://schemas.openxmlformats.org/officeDocument/2006/relationships" id="257" r:id="Rdd0f7e7a203e493d"/>
    <p:sldId xmlns:r="http://schemas.openxmlformats.org/officeDocument/2006/relationships" id="258" r:id="Rbaaae4b6f69a48e2"/>
    <p:sldId xmlns:r="http://schemas.openxmlformats.org/officeDocument/2006/relationships" id="259" r:id="R72707379d5224314"/>
    <p:sldId xmlns:r="http://schemas.openxmlformats.org/officeDocument/2006/relationships" id="260" r:id="R6ec019857d2a40c4"/>
    <p:sldId xmlns:r="http://schemas.openxmlformats.org/officeDocument/2006/relationships" id="261" r:id="R3a83910ec0e3451e"/>
    <p:sldId xmlns:r="http://schemas.openxmlformats.org/officeDocument/2006/relationships" id="262" r:id="Rc2998d3c603f4b2c"/>
    <p:sldId xmlns:r="http://schemas.openxmlformats.org/officeDocument/2006/relationships" id="263" r:id="Ra8dc56340f1245c8"/>
    <p:sldId xmlns:r="http://schemas.openxmlformats.org/officeDocument/2006/relationships" id="264" r:id="R951a8d690c3f4671"/>
    <p:sldId xmlns:r="http://schemas.openxmlformats.org/officeDocument/2006/relationships" id="265" r:id="R19a1fbb394fd47e2"/>
    <p:sldId xmlns:r="http://schemas.openxmlformats.org/officeDocument/2006/relationships" id="266" r:id="Rb895aa59b7414fa3"/>
    <p:sldId xmlns:r="http://schemas.openxmlformats.org/officeDocument/2006/relationships" id="267" r:id="Rd3ac487789a34a6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e685404a0c47ba" /><Relationship Type="http://schemas.openxmlformats.org/officeDocument/2006/relationships/slideMaster" Target="/ppt/slideMasters/slideMaster1.xml" Id="R4a3992d18522454c" /><Relationship Type="http://schemas.openxmlformats.org/officeDocument/2006/relationships/notesMaster" Target="/ppt/notesMasters/notesMaster1.xml" Id="R78eac08aaffc4161" /><Relationship Type="http://schemas.openxmlformats.org/officeDocument/2006/relationships/presProps" Target="/ppt/presProps.xml" Id="R95ef6275f8ed420e" /><Relationship Type="http://schemas.openxmlformats.org/officeDocument/2006/relationships/tableStyles" Target="/ppt/tableStyles.xml" Id="R3acc54d636d24135" /><Relationship Type="http://schemas.openxmlformats.org/officeDocument/2006/relationships/slide" Target="/ppt/slides/slide1.xml" Id="R36f5fbacfe4a4a46" /><Relationship Type="http://schemas.openxmlformats.org/officeDocument/2006/relationships/slide" Target="/ppt/slides/slide2.xml" Id="Rdd0f7e7a203e493d" /><Relationship Type="http://schemas.openxmlformats.org/officeDocument/2006/relationships/slide" Target="/ppt/slides/slide3.xml" Id="Rbaaae4b6f69a48e2" /><Relationship Type="http://schemas.openxmlformats.org/officeDocument/2006/relationships/slide" Target="/ppt/slides/slide4.xml" Id="R72707379d5224314" /><Relationship Type="http://schemas.openxmlformats.org/officeDocument/2006/relationships/slide" Target="/ppt/slides/slide5.xml" Id="R6ec019857d2a40c4" /><Relationship Type="http://schemas.openxmlformats.org/officeDocument/2006/relationships/slide" Target="/ppt/slides/slide6.xml" Id="R3a83910ec0e3451e" /><Relationship Type="http://schemas.openxmlformats.org/officeDocument/2006/relationships/slide" Target="/ppt/slides/slide7.xml" Id="Rc2998d3c603f4b2c" /><Relationship Type="http://schemas.openxmlformats.org/officeDocument/2006/relationships/slide" Target="/ppt/slides/slide8.xml" Id="Ra8dc56340f1245c8" /><Relationship Type="http://schemas.openxmlformats.org/officeDocument/2006/relationships/slide" Target="/ppt/slides/slide9.xml" Id="R951a8d690c3f4671" /><Relationship Type="http://schemas.openxmlformats.org/officeDocument/2006/relationships/slide" Target="/ppt/slides/slide10.xml" Id="R19a1fbb394fd47e2" /><Relationship Type="http://schemas.openxmlformats.org/officeDocument/2006/relationships/slide" Target="/ppt/slides/slide11.xml" Id="Rb895aa59b7414fa3" /><Relationship Type="http://schemas.openxmlformats.org/officeDocument/2006/relationships/slide" Target="/ppt/slides/slide12.xml" Id="Rd3ac487789a34a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b6f4a8021c41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3eabb5d291430c" /><Relationship Type="http://schemas.openxmlformats.org/officeDocument/2006/relationships/notesMaster" Target="/ppt/notesMasters/notesMaster1.xml" Id="Re70accc8f8d648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92d0e0d3714369" /><Relationship Type="http://schemas.openxmlformats.org/officeDocument/2006/relationships/notesMaster" Target="/ppt/notesMasters/notesMaster1.xml" Id="Rf7b9f0574a1e4c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9e9dddc12c4258" /><Relationship Type="http://schemas.openxmlformats.org/officeDocument/2006/relationships/notesMaster" Target="/ppt/notesMasters/notesMaster1.xml" Id="Rd4176291b2b647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b684f7d18b49aa" /><Relationship Type="http://schemas.openxmlformats.org/officeDocument/2006/relationships/notesMaster" Target="/ppt/notesMasters/notesMaster1.xml" Id="R2ac42db7c8de42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8878a596bc4755" /><Relationship Type="http://schemas.openxmlformats.org/officeDocument/2006/relationships/notesMaster" Target="/ppt/notesMasters/notesMaster1.xml" Id="R8301a9afe34946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abca282e364846" /><Relationship Type="http://schemas.openxmlformats.org/officeDocument/2006/relationships/notesMaster" Target="/ppt/notesMasters/notesMaster1.xml" Id="Rd92b2f563b1f48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c2bb30ff944583" /><Relationship Type="http://schemas.openxmlformats.org/officeDocument/2006/relationships/notesMaster" Target="/ppt/notesMasters/notesMaster1.xml" Id="R850d4548fe8145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176787c2ed472f" /><Relationship Type="http://schemas.openxmlformats.org/officeDocument/2006/relationships/notesMaster" Target="/ppt/notesMasters/notesMaster1.xml" Id="Rc353a1724a5046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dddc255d0f47e4" /><Relationship Type="http://schemas.openxmlformats.org/officeDocument/2006/relationships/notesMaster" Target="/ppt/notesMasters/notesMaster1.xml" Id="Ra8967bbeba4546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439068c80f4e30" /><Relationship Type="http://schemas.openxmlformats.org/officeDocument/2006/relationships/notesMaster" Target="/ppt/notesMasters/notesMaster1.xml" Id="R540e2c15ea8048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67009c7ee94035" /><Relationship Type="http://schemas.openxmlformats.org/officeDocument/2006/relationships/notesMaster" Target="/ppt/notesMasters/notesMaster1.xml" Id="R670db615c0e64f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8cc85bbe55409e" /><Relationship Type="http://schemas.openxmlformats.org/officeDocument/2006/relationships/notesMaster" Target="/ppt/notesMasters/notesMaster1.xml" Id="Rc6296f03ad984d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7635f44dea4e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b4c512f2c24caa" /><Relationship Type="http://schemas.openxmlformats.org/officeDocument/2006/relationships/slideLayout" Target="/ppt/slideLayouts/slideLayout1.xml" Id="Ra751f4bf8d88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51f4bf8d88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6e3f2479a4041" /><Relationship Type="http://schemas.openxmlformats.org/officeDocument/2006/relationships/notesSlide" Target="/ppt/notesSlides/notesSlide1.xml" Id="R359bae668e8a46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2a41bf56d4413" /><Relationship Type="http://schemas.openxmlformats.org/officeDocument/2006/relationships/notesSlide" Target="/ppt/notesSlides/notesSlide2.xml" Id="R139541c9b8554c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c30ad77194b8b" /><Relationship Type="http://schemas.openxmlformats.org/officeDocument/2006/relationships/notesSlide" Target="/ppt/notesSlides/notesSlide3.xml" Id="R414c25fec06c4c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4f7c61751466c" /><Relationship Type="http://schemas.openxmlformats.org/officeDocument/2006/relationships/notesSlide" Target="/ppt/notesSlides/notesSlide4.xml" Id="R8385996c78c94a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744dadd0c4eb0" /><Relationship Type="http://schemas.openxmlformats.org/officeDocument/2006/relationships/chart" Target="/ppt/slides/charts/chart1.xml" Id="R09677d68ac6143bf" /><Relationship Type="http://schemas.openxmlformats.org/officeDocument/2006/relationships/notesSlide" Target="/ppt/notesSlides/notesSlide5.xml" Id="Rcd94050a8cc848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57d6b194a405f" /><Relationship Type="http://schemas.openxmlformats.org/officeDocument/2006/relationships/notesSlide" Target="/ppt/notesSlides/notesSlide6.xml" Id="R3b311a8ab36645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0c1f289094d36" /><Relationship Type="http://schemas.openxmlformats.org/officeDocument/2006/relationships/chart" Target="/ppt/slides/charts/chart2.xml" Id="R5a831c8947604fca" /><Relationship Type="http://schemas.openxmlformats.org/officeDocument/2006/relationships/notesSlide" Target="/ppt/notesSlides/notesSlide7.xml" Id="R868563218ba544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aca66b4924b60" /><Relationship Type="http://schemas.openxmlformats.org/officeDocument/2006/relationships/notesSlide" Target="/ppt/notesSlides/notesSlide8.xml" Id="Rfac8574b726a4d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3482d9b974078" /><Relationship Type="http://schemas.openxmlformats.org/officeDocument/2006/relationships/notesSlide" Target="/ppt/notesSlides/notesSlide9.xml" Id="Re667056f326541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459914c8b4c4e" /><Relationship Type="http://schemas.openxmlformats.org/officeDocument/2006/relationships/notesSlide" Target="/ppt/notesSlides/notesSlide10.xml" Id="Rd16543cd404742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13cffb3814f09" /><Relationship Type="http://schemas.openxmlformats.org/officeDocument/2006/relationships/notesSlide" Target="/ppt/notesSlides/notesSlide11.xml" Id="Rffea7782f35f4a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eac4f676524dd3" /><Relationship Type="http://schemas.openxmlformats.org/officeDocument/2006/relationships/notesSlide" Target="/ppt/notesSlides/notesSlide12.xml" Id="R200e90d57f7d406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Turnaround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185</c:v>
              </c:pt>
              <c:pt idx="1">
                <c:v>137</c:v>
              </c:pt>
              <c:pt idx="2">
                <c:v>155</c:v>
              </c:pt>
              <c:pt idx="3">
                <c:v>191</c:v>
              </c:pt>
            </c:numLit>
          </c:val>
        </c:ser>
        <c:ser>
          <c:idx val="1"/>
          <c:order val="1"/>
          <c:tx>
            <c:v>Waiting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133</c:v>
              </c:pt>
              <c:pt idx="1">
                <c:v>85</c:v>
              </c:pt>
              <c:pt idx="2">
                <c:v>103</c:v>
              </c:pt>
              <c:pt idx="3">
                <c:v>139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FIFO</c:v>
          </c:tx>
          <c:spPr>
            <a:solidFill xmlns:a="http://schemas.openxmlformats.org/drawingml/2006/main">
              <a:srgbClr val="6DCBF4"/>
            </a:solidFill>
            <a:ln xmlns:a="http://schemas.openxmlformats.org/drawingml/2006/main" w="28575">
              <a:solidFill>
                <a:srgbClr val="6DCBF4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6937</c:v>
              </c:pt>
              <c:pt idx="1">
                <c:v>4735</c:v>
              </c:pt>
              <c:pt idx="2">
                <c:v>2666</c:v>
              </c:pt>
              <c:pt idx="3">
                <c:v>1378</c:v>
              </c:pt>
            </c:numLit>
          </c:val>
        </c:ser>
        <c:ser>
          <c:idx val="1"/>
          <c:order val="1"/>
          <c:tx>
            <c:v>LRU</c:v>
          </c:tx>
          <c:spPr>
            <a:solidFill xmlns:a="http://schemas.openxmlformats.org/drawingml/2006/main">
              <a:srgbClr val="3D8DFF"/>
            </a:solidFill>
            <a:ln xmlns:a="http://schemas.openxmlformats.org/drawingml/2006/main" w="28575">
              <a:solidFill>
                <a:srgbClr val="3D8DFF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6791</c:v>
              </c:pt>
              <c:pt idx="1">
                <c:v>4047</c:v>
              </c:pt>
              <c:pt idx="2">
                <c:v>1655</c:v>
              </c:pt>
              <c:pt idx="3">
                <c:v>1064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0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26EC8-BB5C-44D6-93BA-01DEC149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CSE335  ·  SUMMER 2026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2EC6A43-27D5-4B3C-AF7B-2C27ACEE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9906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Scheduling, paging,</a:t>
            </a:r>
          </a:p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extent-aware storage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C7677-1286-4186-AFB3-2A31784C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C6236-481B-42EB-988F-BB04F881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reproducible experiments inside MINIX 3.3.0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5A54A-DE7F-481E-B113-FC0948D0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Rodina and project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49B50-62F6-48A6-9CDD-EF3D94C7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 · tests · report · presentation</a:t>
            </a:r>
          </a:p>
        </p:txBody>
      </p:sp>
    </p:spTree>
    <p:extLst>
      <p:ext uri="{BB962C8B-B14F-4D97-AF65-F5344CB8AC3E}">
        <p14:creationId xmlns:p14="http://schemas.microsoft.com/office/powerpoint/2010/main" val="16117378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89BE73-F271-46DF-B69A-8FD08E29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5C75F88-CD5A-437F-9C64-81D11069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clean baseline, three controlled interventions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45B4A-C24F-4909-BC55-A8C53FE0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777C0-5E8B-45EC-AFB1-B70314F7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7C9F2-CBC9-4801-875A-90ABF19E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7A25B-8580-40C9-88AB-643211FC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DFD66-D76F-4A48-A1DF-9703D544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policies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2E977-F414-4EBD-B58A-AB4F84B7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RR · SJF · priority · MLFQ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4F41B9-72F7-4453-8025-187F278C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0697A-68E7-4B8A-A54D-91CF3CB9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F0EFF-AE11-4D7A-AA32-11EC2B6F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 policies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6A5232-39DA-4261-BD1F-C5C34536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FIFO · exact LRU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13FE66-F2BB-4A54-AA1C-B8B3A689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B5602-0CF8-4BF2-9667-6884DEE8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F2F2F4-E4A5-42B8-A4FE-74DDDF31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 extents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160BEB-7E36-48D2-91B3-FE340A04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 · 2 · 4 · 8 · 16 · 32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6ACCE3-42C3-4980-B5B1-7A2E4760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52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Baseline tag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9DDCD7-34B0-4CDD-823C-5839EDD7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baseline-v3.3.0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71A32-6D67-4DBA-9138-4876EB8E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7353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experiment reads text configuration and writes CSV. Expected values stay labelled until MINIX produces measured evidence.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DADB0E-99F2-4E81-B9CF-A8475FCC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Repository history makes every change reviewable against the untouched release.</a:t>
            </a:r>
          </a:p>
        </p:txBody>
      </p:sp>
    </p:spTree>
    <p:extLst>
      <p:ext uri="{BB962C8B-B14F-4D97-AF65-F5344CB8AC3E}">
        <p14:creationId xmlns:p14="http://schemas.microsoft.com/office/powerpoint/2010/main" val="17373741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7F5524-7D2D-4DB6-9033-8E6D7D67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FB48C4F7-CFD1-43D9-B027-82D172ED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design respects MINIX subsystem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5AB8F2-5158-4E09-9503-30C51344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A94A4-7489-410E-B3B0-792D9913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E24B2-62D4-48FF-A596-A88ED489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593B2-CC9E-44E5-94C9-5F91655F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WORKERS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46B33-5275-4F54-80D8-4F5C6BE3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fork + pipes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controlled dispatch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logical policy metrics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wall-time confirmation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D55F7-C639-4A78-B524-12F56623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BD88D-583D-4E8A-B499-B814BAE4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SOFTWARE VM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4488C-6DC0-4138-BF3B-2B4E66F6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sparse hierarchy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byte-address trace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frames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vm_info_stats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7D9BF-32AA-49D5-A85D-4AD81066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AFF22A-2D98-40BB-AB34-2F66FEE8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MFS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A5E6C-1A63-42D1-AB38-E77968F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zone bitmap scan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allocation origin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fallback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unmount counters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78E70-950F-46C8-934A-C1BF5A19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737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Controlled experiment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0651BA-D8B4-4CF3-B09F-6254D507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149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Production allocation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D6518-434B-4BFE-AB8C-774AF028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The configurable paging hierarchy does not claim to reprogram x86 MMU geometry.</a:t>
            </a:r>
          </a:p>
        </p:txBody>
      </p:sp>
    </p:spTree>
    <p:extLst>
      <p:ext uri="{BB962C8B-B14F-4D97-AF65-F5344CB8AC3E}">
        <p14:creationId xmlns:p14="http://schemas.microsoft.com/office/powerpoint/2010/main" val="13342954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BB85E-D97F-4300-A30A-0591328F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360828ED-0268-45A3-B78E-14825A13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child processes make policy effects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6F8A3-21BE-4273-ACFC-0B4DCF4F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F92D0-2722-4A41-BB4E-A4A41A10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5B3C68-97AF-4244-9AD5-07F08D1D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9146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4BDC00-1272-4CBD-A5ED-E3D03008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</a:t>
            </a:r>
          </a:p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BBD36-4B2C-4D64-AE5F-2972443C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343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 policy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 logical time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record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9B0F7-1353-4319-BB3F-04359568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526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9DA3B-6F09-42C1-A940-3541CCF9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05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739E6-0F22-4560-997F-F229253B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BDC49-F8B8-4E53-8DA1-5CA44B4C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1431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83D4B-A7C2-4D60-BF3D-4FBD3529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7655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3DB441-0AAD-4B09-8B82-3D49B016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91571-9C94-4EE0-BD9A-F3DDF103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147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1540B-1E23-4A7E-B035-A7017680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670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0AF9CC-407B-4336-8596-925FA483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00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19FE62-4943-43DB-97FB-AC848F50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52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D246B-3DB3-4E9B-93BF-5967EBE9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38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FC006-0607-46CE-92D6-D16BFCD5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910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4C000A-27C2-414C-B5CD-FA86C240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Logical clock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267440-9BBA-4E49-95BB-F6C0679E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952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turnaround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waiting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makespan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B83241-41A6-41D0-89DE-B3FB5299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101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Wall clock confirms actual execution; it does not distort logical policy metrics.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75FD91-33DC-4C48-9DB4-EF41F3BA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Children exist from startup but become eligible only at their configured logical arrival.</a:t>
            </a:r>
          </a:p>
        </p:txBody>
      </p:sp>
    </p:spTree>
    <p:extLst>
      <p:ext uri="{BB962C8B-B14F-4D97-AF65-F5344CB8AC3E}">
        <p14:creationId xmlns:p14="http://schemas.microsoft.com/office/powerpoint/2010/main" val="19719617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D9CF1-294A-433D-9B09-74837EAF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 · ANALYTICAL ORACLE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AFB24B-D196-4BE2-9649-A2E5ECEE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SJF minimizes mean waiting on the known workload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8D1F1-2A16-450B-82C6-5D68F7D0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B7A06-844B-4B94-B2D9-D56FD9FD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69532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9677d68ac6143b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23096-6243-4DBB-8290-DCFF5920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DD6B2-7E02-4169-B1AD-79564A06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FASTEST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93301-8E3F-4B74-896E-0B5C4845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27326-3FD0-44F6-A9D0-5F69B63A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MLFQ average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7AFB0-05FA-4E95-807B-1F534793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8278D-3243-4350-8570-0A90175C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FEWEST DISPATCHES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E33DA-B965-42D8-8371-FAB96387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5FA70-1E28-4398-B2F5-9823DB3E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863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SJF and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8A22FC-82EA-49CC-A884-05339B6E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Expected from known.conf; test_known.sh verifies the CSV after the MINIX build.</a:t>
            </a:r>
          </a:p>
        </p:txBody>
      </p:sp>
    </p:spTree>
    <p:extLst>
      <p:ext uri="{BB962C8B-B14F-4D97-AF65-F5344CB8AC3E}">
        <p14:creationId xmlns:p14="http://schemas.microsoft.com/office/powerpoint/2010/main" val="1243726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7718AC-79C3-4137-8FCF-3502B961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E291EE3-D228-45E5-99EC-E9388F0F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Address geometry is configurable—and validated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CB82F-B07D-4315-B3F7-81C54A60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838C0-0165-4E7D-904B-8778DBEE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71D2E-1792-416C-B6C0-AD2AA5A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32-bit virtual address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C9104-A9E7-4D79-9BA6-C6E7160C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BA4BE-42BE-4860-9B23-0AC176C7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1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1633C3-901F-4E06-A5E7-AA74CB4F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32CCE-4762-42A2-9868-D3FF5334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LEVEL 2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5CF78A-7AF8-45D3-86C3-5FE5BF74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4000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34153-8C29-4625-BF51-CAB33585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3581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 OFFSET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12 bits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97C4C-F176-4C59-BB6E-DC47B65E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727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virtual page number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BE597D-E7F1-4BDC-96E6-591C45F9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528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 offset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5C4C5-F287-4CB4-9611-B9F619E7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725618-06D2-453C-9FBE-FE8C5A78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FA844-CD6B-460B-BCD0-3B503547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958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Σ level bits + log₂(page size) = address bits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0B370B-0C00-4FCA-BDA1-4CB08B9C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Sparse nodes are allocated only for hierarchy paths touched by the byte-address trace.</a:t>
            </a:r>
          </a:p>
        </p:txBody>
      </p:sp>
    </p:spTree>
    <p:extLst>
      <p:ext uri="{BB962C8B-B14F-4D97-AF65-F5344CB8AC3E}">
        <p14:creationId xmlns:p14="http://schemas.microsoft.com/office/powerpoint/2010/main" val="19990158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48A55-BD8D-4555-992E-5EC16BAC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 · HOST-SIDE ORACLE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38B40CE4-D76B-4AAA-91C9-FABB790A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Larger pages reduce faults for this fixed-byte locality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875A6-FD60-4D4B-B670-617F85CF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3EB937-F4D1-43E1-B143-0CFF0C66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831c8947604fc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821A5-CF00-45A2-B97C-9CDD5EFA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means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2B793-25CD-49F1-A532-E38A8F08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frame covers more of the same byte working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LRU benefits more because the trace has locality.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does not prove that the largest page is universally best.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0A7E50-43C9-45D2-80D0-9FB3586B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64 simulated frames · 10,000 references · measured MINIX rows still required.</a:t>
            </a:r>
          </a:p>
        </p:txBody>
      </p:sp>
    </p:spTree>
    <p:extLst>
      <p:ext uri="{BB962C8B-B14F-4D97-AF65-F5344CB8AC3E}">
        <p14:creationId xmlns:p14="http://schemas.microsoft.com/office/powerpoint/2010/main" val="9571563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C5DC72-3EFC-4775-9527-7043E181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D6FBE1CF-839B-41B3-BDF9-D9DCCEC5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MFS prefers a free run without changing its disk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AA629-3C58-4678-A9CB-71F0CA5C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96E364-642E-4135-9A36-7D294298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1480C-6E4E-4A10-8DC7-56252AEB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6E769-605F-4384-8D63-EFCD27C4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NEEDS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NEW ZONE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64FEC5-BB7C-4296-A65E-79F3B9C0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7EFDB-B39F-4C88-BEAE-0F4C8B46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E5AA04-DBFC-4BCA-9044-24A34E91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SCAN BITMAP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N FREE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17E34-E425-4526-B14A-B3CD4B43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A921E-B830-4AB3-94C9-3342527F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59F1A-E5C6-494A-B8AF-4BAD2D7D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ALLOCATE AT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ORIGIN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7B47AD-A4B1-4C9C-A6CF-94552B82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A37BD5-686C-4F1A-B82A-0E72D9C3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EF17FD-E424-44F8-BA85-E7029C03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BACK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IF N/A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3E1ED0-43EF-4815-9930-1D82B259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Consistency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A7753A-1718-42A9-9826-331721D1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81500"/>
            <a:ext cx="8439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scan is read-only. Only the original allocator marks a zone allocated, so there are no invisible reservations to leak after a crash.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D96CA1-BBBE-4A31-86B1-7DF6B5C2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19700"/>
            <a:ext cx="843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On-disk inode and indirect-zone structures remain unchanged.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1B8286-C603-4BD9-8D5F-CA5F7AC0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mfs_extent_size=1 preserves stock behavior; allowed range is 1–1,024 zones.</a:t>
            </a:r>
          </a:p>
        </p:txBody>
      </p:sp>
    </p:spTree>
    <p:extLst>
      <p:ext uri="{BB962C8B-B14F-4D97-AF65-F5344CB8AC3E}">
        <p14:creationId xmlns:p14="http://schemas.microsoft.com/office/powerpoint/2010/main" val="17624574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6AB0CD-70AA-4043-99BF-3DC91E51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 · BENCHMARK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5D4C3671-31B4-472C-99F0-CC95898E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Correctness is measured before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F6B53-7F31-4FF4-B8D1-F44312BB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B1C02-D610-471C-A45A-CEBED46F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24FE2-BE0D-4BBA-9231-3E33FC2B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FF2090-B079-4354-A78B-43B47E27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mkdir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9702B-8C61-4A01-AED9-3975E471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E7373-F804-4781-AA4D-0805EF3C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EC846-6517-4301-AE69-F85264CF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6A47B-447D-4148-9C0A-00C5A6C2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E6E0AC-5772-4DB6-A0BC-176744E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C0C07C-3BFD-4907-A41B-E370B1C5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C0C05-3B9D-4603-BD2A-C05F3B73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3EC9B-F7F0-444C-B30B-7ED7A640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3CBBE-9948-45ED-834D-DB3FAE69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5FA21-9723-4914-863D-2DF7C979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8C0C63-92BC-45CA-8625-5F88B85B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A04E5-211A-426E-96EB-59BC9C4C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DC3A0E-FC06-4F25-A51C-210DF46B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69585E-5E25-45F6-BF35-88E86AC0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BA9B3C-6094-4A88-9CD8-180EBB77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B7C8B8-A5B3-457E-B25F-F42096D2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71FD8-237C-4530-AAE7-80DF3013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B29844-FFE9-4820-9FDD-B6D936C8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690B3B-7EB7-4EC6-AE56-B0306370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3824DF-38A2-46DA-B370-6ECAF27D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F8210D-F8D2-4B1C-8A21-BD3998F8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rmdir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E8F8DD-5C79-48B4-B279-510F67D8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AA99CA-544F-45D5-AD7D-A4A981E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CORRECTNESS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806D7A-F32C-4BCC-A9A0-C556BD8A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 errors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C7CA6F-CF3E-4803-BF30-913433F2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byte-for-byte pattern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159880-9150-476D-9E8C-69AAF5B5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9D9D50-2E11-437C-B29D-44E32798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C77C5A-2977-440E-BFB7-D85822ED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 rows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365932-F400-49BD-9276-6E8D4BBC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 preferences × 3 runs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264A8A-142A-4F4C-BD92-A9A12921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CD3075-A70E-436C-A0BE-6F64B52B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METRICS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73CEF4-A8A7-4C83-90A0-6CB4B9B7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clocks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ABC2A-6928-47D4-82E3-41CB2A11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create · write · read · remove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DA4094-CD18-4807-88CA-42C05F8F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Run only on a disposable secondary MFS mount with matching service and benchmark extent sizes.</a:t>
            </a:r>
          </a:p>
        </p:txBody>
      </p:sp>
    </p:spTree>
    <p:extLst>
      <p:ext uri="{BB962C8B-B14F-4D97-AF65-F5344CB8AC3E}">
        <p14:creationId xmlns:p14="http://schemas.microsoft.com/office/powerpoint/2010/main" val="249174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83A5FA-6209-4F49-9134-7E2131E4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88B0E9A4-29A4-4C5C-8C6E-932125A1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smoke tests guard the experiment matrices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6EB96-AAB1-456A-B582-52E3C606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7ED9E-DD76-4F20-A457-9539F4A2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80256-B01B-4030-86F0-55C4E4D7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E6260-202F-4E3F-BD5B-8620E952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B15C1-5A77-4145-96F8-9C82F79B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526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C4C71-D8E1-4B04-94FB-BB8199C4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3A4AB-5CE4-48CD-A811-67AF3875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52600"/>
            <a:ext cx="316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187EB-3A57-42D9-B65E-5FED3BFE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6F621-2DCC-4BB6-B80C-B7C06985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52600"/>
            <a:ext cx="2552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9A935-2AD9-4E7E-B018-375B3B9D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BA56F-C9B3-46BA-96A4-FDE7E5C8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782AB-00B9-4A3D-9FE5-00B18A8F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1827F1-0AEF-4E2B-B895-8179DC96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DE71BC-7A02-438B-B65C-98CF7B21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146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averages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7689B9-5DAD-4458-ABA2-39336B0A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0D74F5-C03C-4543-ACBB-7BE0290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CSV rows + child exit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29794B-1A8B-4549-B081-5563C850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860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086FF-6808-472E-819C-08DAABD3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B7D273-5F51-416F-AAA3-F043C138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56E5B1-90D0-4A28-B1A4-DF719A26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CDD68E-D928-46A4-845D-AB8A86C7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F5875A-4E25-425D-8128-4D349CCB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909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reference string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FE8C7-187A-409F-A81C-97EB6BD8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623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26C0C2-9343-474D-811A-8E9B2D45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fault totals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1F0975-9DDA-4AC0-BC8F-652449CF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623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4DE5C6-AD36-4A21-9CD5-AA26CC4C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6147F4-4B8C-4873-8CB3-CB905114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433F83-6EAB-4966-ACF4-0FF9482A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62C78D-00BE-4601-95AA-061C8440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386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4052E5-712D-4730-B7C7-03C19E57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2672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real file runs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F80D04-D805-43E1-80DA-973D51DB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386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3B4634-3E02-4906-A076-850EAB3F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zero verification errors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52C0F9-791F-4F41-8FB7-DBE45BEC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974E38-0368-4A89-8C17-624FDE08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672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76B86C-56C8-4923-9D5E-0B93F856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Fail fast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E7ADFE-32AA-4D1A-99DB-C7434003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81600"/>
            <a:ext cx="954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performance matrix is accepted after a compile failure, oracle mismatch, abnormal child exit, or nonzero data-verification count.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2DC012-C1B3-4FC4-8126-94C5AC99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 and console logs are preserved before summaries or graphs are created.</a:t>
            </a:r>
          </a:p>
        </p:txBody>
      </p:sp>
    </p:spTree>
    <p:extLst>
      <p:ext uri="{BB962C8B-B14F-4D97-AF65-F5344CB8AC3E}">
        <p14:creationId xmlns:p14="http://schemas.microsoft.com/office/powerpoint/2010/main" val="13983212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F459E8-7EB1-406F-8E8F-C17D9D44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SUBMISSION STATUS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95271C46-8277-476A-9FA2-2AD4BB44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source is complete; one native evidence gate remains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D57BC-6267-484C-BA74-1B76B8AC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7EA17-0C7A-4C5E-8BD5-64E072B5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4F770-459E-45BD-BEF0-66F8DC8D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A2416-E14F-457A-B227-B6BBF8F1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6941E-6418-4C34-BDE3-DEAAB52E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A577E-FD4F-4126-AA4D-E0D41883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requirements committed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16C8F-7236-4B6E-9A69-908CFEF7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D1F4D-B6A0-42FC-9F0C-349A37E0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02913-128C-4042-8487-A3CAF8EC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9,956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F61D85-51CF-4599-813F-57790E0F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words · 27 rendered pages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B27F1-014A-419E-BA6B-34BB4B73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A3069-97AE-4ED1-A68A-531F9DB5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VM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99862-22E3-477D-9788-D37C1C40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Pending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A37E55-7670-416A-9F7D-7A84B5A0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build · smoke tests · 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CBF73-F74E-4FA2-BBFC-50243DA4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Inside the bootable MINIX 3.3 VM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9A8045-99E0-4B30-BBEC-CD5427D0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6191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build and install commands + MFS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run three deterministic tests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collect scheduling, paging, and extent CSV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 capture MFS hit/fallback counters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C99E04-9F31-41DD-A6F5-16A6A0B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76700"/>
            <a:ext cx="4324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73FEBA-3B9E-46D6-963F-E80BA9FD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DO NOT SUBSTITUTE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79F998-0E00-4087-A424-916F769C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863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Windows syntax checks</a:t>
            </a:r>
          </a:p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MINIX 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73AF3-C5E7-4287-972C-AA4ABD15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Measured runtime evidence will replace—not relabel—the analytical oracle values.</a:t>
            </a:r>
          </a:p>
        </p:txBody>
      </p:sp>
    </p:spTree>
    <p:extLst>
      <p:ext uri="{BB962C8B-B14F-4D97-AF65-F5344CB8AC3E}">
        <p14:creationId xmlns:p14="http://schemas.microsoft.com/office/powerpoint/2010/main" val="14649871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060EC-6509-4A00-AFD5-5847717A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FINAL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0B37C-0BCF-4E83-AD1D-A4E5E8FC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99060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only means something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workload, mechanism,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evidence stay aligned.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7E36D-BC67-4797-ADE2-A5B179AF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4815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82EB5-8DE5-4ED9-AE40-56483D3A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48200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processes. Configurable page structures. Real MFS allocation. Reproducible CSV.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4093E-6F6D-4F94-AD43-1C73EE72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action: run the scripted native MINIX verification gate.</a:t>
            </a:r>
          </a:p>
        </p:txBody>
      </p:sp>
    </p:spTree>
    <p:extLst>
      <p:ext uri="{BB962C8B-B14F-4D97-AF65-F5344CB8AC3E}">
        <p14:creationId xmlns:p14="http://schemas.microsoft.com/office/powerpoint/2010/main" val="14648275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2026-08-18T12:26:39.2730000Z</dcterms:created>
  <dcterms:modified xsi:type="dcterms:W3CDTF">2026-08-18T12:26:39.2740000Z</dcterms:modified>
</coreProperties>
</file>